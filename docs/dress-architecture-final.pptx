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项目架构图</a:t>
            </a:r>
          </a:p>
          <a:p>
            <a:r>
              <a:rPr sz="1000" b="0">
                <a:solidFill>
                  <a:srgbClr val="4B5563"/>
                </a:solidFill>
                <a:latin typeface="Microsoft YaHei"/>
              </a:rPr>
              <a:t>适用于全栈工程师考核展示：产品、技术、工程分层一体化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03120" cy="10058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用户端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PC Web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后续可扩展 App / iPad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188720"/>
            <a:ext cx="2286000" cy="10058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前端应用层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React + TypeScript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Vite + Ant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188720"/>
            <a:ext cx="2286000" cy="10058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后端服务层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FastAPI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Router / Service / CRUD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188720"/>
            <a:ext cx="2468880" cy="10058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数据与基础设施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MySQL + Redis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Nginx + Docker（规划）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691640"/>
            <a:ext cx="36576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12080" y="1691640"/>
            <a:ext cx="41148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09560" y="1691640"/>
            <a:ext cx="41148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743200"/>
            <a:ext cx="3200400" cy="2286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核心业务模块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1. 用户登录注册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2. 我的衣橱（衣物 CRUD）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3. 我的穿搭（组合管理）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4. 穿搭分享（站内 + 一键分享给闺蜜）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5. 灵感穿搭 / 商品推荐位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743200"/>
            <a:ext cx="2926080" cy="2286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后端职责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1. 参数校验与接口返回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2. 业务逻辑编排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3. 数据库存取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4. Redis 缓存热点数据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5. 后续支持 JWT / 上传 / 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743200"/>
            <a:ext cx="4114800" cy="2286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工程目标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1. 前后端分离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2. 分层清晰，可解释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3. 便于测试与扩展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4. 可作为考核项目展示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5. 后续可产品化继续演进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页面与功能清单</a:t>
            </a:r>
          </a:p>
          <a:p>
            <a:r>
              <a:rPr sz="1000" b="0">
                <a:solidFill>
                  <a:srgbClr val="4B5563"/>
                </a:solidFill>
                <a:latin typeface="Microsoft YaHei"/>
              </a:rPr>
              <a:t>按考核版 MVP 和后续扩展拆分，便于解释范围边界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53035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核心页面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1. 登录页：登录 / 注册 / 登录态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2. 仪表盘：衣物数、穿搭数、最近新增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3. 我的衣橱：列表、筛选、CRUD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4. 我的穿搭：创建组合、标签、CRUD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5. 穿搭分享：发布、公开 / 私域分享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05840"/>
            <a:ext cx="3657600" cy="53035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产品亮点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1. 灵感穿搭：新用户冷启动入口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2. 商品推荐位：先搭配，再购买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3. 广告位：品牌合作与专题内容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4. 闺蜜分享：分享卡片、链接、征求意见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5. 内容沉淀：个人主页与风格展示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05840"/>
            <a:ext cx="3566160" cy="53035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第一版范围控制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先做完整闭环，不追求功能最多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优先展示工程规范和产品思考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AI 生图先放规划，不做第一核心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Redis / Docker 作为工程化加分项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分享与商业化作为亮点，不影响主链路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前后端分层结构</a:t>
            </a:r>
          </a:p>
          <a:p>
            <a:r>
              <a:rPr sz="1000" b="0">
                <a:solidFill>
                  <a:srgbClr val="4B5563"/>
                </a:solidFill>
                <a:latin typeface="Microsoft YaHei"/>
              </a:rPr>
              <a:t>重点展示代码组织、职责边界和后续可维护性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94960" cy="51206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前端结构（frontend）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pages: 登录、衣橱、穿搭、分享、灵感穿搭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components: 通用组件与业务组件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api: 请求封装，统一对接后端接口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router: 路由定义与页面入口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types: TypeScript 类型定义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utils: 工具方法与公共函数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store/hooks: 前端状态与复用逻辑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394960" cy="51206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后端结构（backend/app）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api/routes: 定义 HTTP 路由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schemas: Pydantic 请求与响应模型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services: 业务逻辑编排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crud: 数据库读写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models: SQLAlchemy 表结构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db: MySQL / Redis 连接管理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core: 配置、异常、后续安全能力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运行链路与 Redis 角色</a:t>
            </a:r>
          </a:p>
          <a:p>
            <a:r>
              <a:rPr sz="1000" b="0">
                <a:solidFill>
                  <a:srgbClr val="4B5563"/>
                </a:solidFill>
                <a:latin typeface="Microsoft YaHei"/>
              </a:rPr>
              <a:t>说明为什么项目里既有 MySQL，也要引入 Redis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92024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浏览器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localhost:5173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2011680" cy="8686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前端页面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React 页面 / 表单 / 列表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011680" cy="8686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FastAPI 接口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097280"/>
            <a:ext cx="1828800" cy="8686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MySQL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正式业务数据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40280"/>
            <a:ext cx="1828800" cy="868680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Redis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列表缓存 / 会话 / 热点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91640"/>
            <a:ext cx="192024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未来扩展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Nginx / Docker /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1810512"/>
            <a:ext cx="27432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810512"/>
            <a:ext cx="27432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040880" y="1536192"/>
            <a:ext cx="274320" cy="27432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1810512"/>
            <a:ext cx="274320" cy="859536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1536192"/>
            <a:ext cx="365760" cy="585216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10896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MySQL 的职责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正式存储用户、衣物、穿搭、分享数据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保证数据完整性与关系约束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作为最终可信业务数据源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10896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Redis 的职责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缓存衣物列表等高频读取结果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后续可存验证码、会话、token 黑名单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后续可做点赞数、浏览数、排行榜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10896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当前已落地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前后端本地可运行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MySQL 已接入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Redis 已预留并接入缓存层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前端中文页面已接真实接口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数据库 ER 图（第一版设计）</a:t>
            </a:r>
          </a:p>
          <a:p>
            <a:r>
              <a:rPr sz="1000" b="0">
                <a:solidFill>
                  <a:srgbClr val="4B5563"/>
                </a:solidFill>
                <a:latin typeface="Microsoft YaHei"/>
              </a:rPr>
              <a:t>以用户、衣物、穿搭、分享为主线的核心关系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828800" cy="1554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users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id (PK)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username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email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password_hash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188720"/>
            <a:ext cx="1920240" cy="173736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clothes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id (PK)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user_id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name / category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color / season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image_url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188720"/>
            <a:ext cx="1920240" cy="17373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outfits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id (PK)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user_id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title / scene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season / cover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188720"/>
            <a:ext cx="1920240" cy="1737360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outfit_items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id (PK)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outfit_id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clothes_id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item_type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188720"/>
            <a:ext cx="1920240" cy="173736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posts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id (PK)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user_id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outfit_id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title / content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657600"/>
            <a:ext cx="1645920" cy="128016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comments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id (PK)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post_id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user_id (FK)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3657600"/>
            <a:ext cx="1645920" cy="128016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post_likes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id (PK)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post_id (FK)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user_id (FK)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011680"/>
            <a:ext cx="45720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94560" y="1828800"/>
            <a:ext cx="274320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011680"/>
            <a:ext cx="36576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011680"/>
            <a:ext cx="36576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2011680"/>
            <a:ext cx="36576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686800" y="2926080"/>
            <a:ext cx="1737360" cy="73152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424160" y="2926080"/>
            <a:ext cx="274320" cy="73152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840480"/>
            <a:ext cx="640080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关系说明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users 与 clothes / outfits / posts 均为一对多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outfits 与 clothes 通过 outfit_items 形成多对多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posts 与 comments / post_likes 均为一对多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考核答辩稿 / 讲解话术</a:t>
            </a:r>
          </a:p>
          <a:p>
            <a:r>
              <a:rPr sz="1000" b="0">
                <a:solidFill>
                  <a:srgbClr val="4B5563"/>
                </a:solidFill>
                <a:latin typeface="Microsoft YaHei"/>
              </a:rPr>
              <a:t>建议先讲业务，再讲架构，最后讲工程与扩展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657600" cy="52120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开场话术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这是一个面向个人用户的电子衣橱与穿搭管理系统。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它的主线是帮助用户管理衣物、组合穿搭、发布分享，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同时保留了灵感穿搭、商品推荐和 AI 能力的扩展空间。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51560"/>
            <a:ext cx="3657600" cy="52120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技术话术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前端采用 React + TypeScript + Vite + Ant Design，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后端采用 FastAPI + SQLAlchemy + MySQL，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整体是前后端分离架构。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后端使用 Route / Schema / Service / CRUD 分层，便于维护和测试。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51560"/>
            <a:ext cx="3566160" cy="52120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Microsoft YaHei"/>
              </a:rPr>
              <a:t>工程与扩展话术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MySQL 负责正式业务数据，Redis 负责热点缓存。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当前项目已具备本地运行能力，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后续可以继续接入 JWT、Docker、Nginx 和 AI 模块。</a:t>
            </a:r>
          </a:p>
          <a:p>
            <a:r>
              <a:rPr sz="1100" b="0">
                <a:solidFill>
                  <a:srgbClr val="4B5563"/>
                </a:solidFill>
                <a:latin typeface="Microsoft YaHei"/>
              </a:rPr>
              <a:t>这个项目不只是 demo，而是可以继续产品化演进的基础版本。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